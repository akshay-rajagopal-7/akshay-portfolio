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cflt5D2KNIOzZjXcw1S/WdOPo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ef8b1f6d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2ef8b1f6db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Relationship Id="rId5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idx="4294967295" type="ctrTitle"/>
          </p:nvPr>
        </p:nvSpPr>
        <p:spPr>
          <a:xfrm>
            <a:off x="322575" y="1973550"/>
            <a:ext cx="11345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lgerian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lgerian"/>
                <a:ea typeface="Algerian"/>
                <a:cs typeface="Algerian"/>
                <a:sym typeface="Algerian"/>
              </a:rPr>
              <a:t>X APP </a:t>
            </a:r>
            <a:r>
              <a:rPr lang="en-US">
                <a:latin typeface="Algerian"/>
                <a:ea typeface="Algerian"/>
                <a:cs typeface="Algerian"/>
                <a:sym typeface="Algerian"/>
              </a:rPr>
              <a:t>BuSINESS PROCESS MODELING</a:t>
            </a:r>
            <a:endParaRPr b="0" i="0" sz="4400" u="none" cap="none" strike="noStrike">
              <a:solidFill>
                <a:schemeClr val="lt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Customer downloading and installing the app from Play store/App store</a:t>
            </a:r>
            <a:endParaRPr/>
          </a:p>
        </p:txBody>
      </p:sp>
      <p:pic>
        <p:nvPicPr>
          <p:cNvPr id="90" name="Google Shape;90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2993" y="1862137"/>
            <a:ext cx="4491831" cy="4491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Customer signing up and configuring the App</a:t>
            </a:r>
            <a:endParaRPr/>
          </a:p>
        </p:txBody>
      </p:sp>
      <p:pic>
        <p:nvPicPr>
          <p:cNvPr id="96" name="Google Shape;96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0748" y="1797050"/>
            <a:ext cx="3390353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7540" y="3527425"/>
            <a:ext cx="1543729" cy="107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idx="4294967295" type="title"/>
          </p:nvPr>
        </p:nvSpPr>
        <p:spPr>
          <a:xfrm>
            <a:off x="1076325" y="13176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Customer Successfully Subscribes the Plan</a:t>
            </a:r>
            <a:endParaRPr/>
          </a:p>
        </p:txBody>
      </p:sp>
      <p:pic>
        <p:nvPicPr>
          <p:cNvPr id="103" name="Google Shape;1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5451" y="1457323"/>
            <a:ext cx="5807473" cy="5295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80574">
            <a:off x="4060519" y="2361367"/>
            <a:ext cx="1302056" cy="705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type="title"/>
          </p:nvPr>
        </p:nvSpPr>
        <p:spPr>
          <a:xfrm>
            <a:off x="838200" y="2127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Instant notification and reflection on backend platforms on successful subscription. And cross-checking the enrollment.</a:t>
            </a:r>
            <a:endParaRPr/>
          </a:p>
        </p:txBody>
      </p:sp>
      <p:pic>
        <p:nvPicPr>
          <p:cNvPr id="110" name="Google Shape;110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3727" y="2499742"/>
            <a:ext cx="5066540" cy="3377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325974">
            <a:off x="7145803" y="3692495"/>
            <a:ext cx="1417623" cy="116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305379">
            <a:off x="7073544" y="3171144"/>
            <a:ext cx="1417623" cy="116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85652" y="2278348"/>
            <a:ext cx="2995873" cy="3992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57350" y="1222517"/>
            <a:ext cx="1524003" cy="1524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698968" y="3692497"/>
            <a:ext cx="1681272" cy="116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698968" y="4227800"/>
            <a:ext cx="1681272" cy="116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698968" y="4763103"/>
            <a:ext cx="1681272" cy="1163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838200" y="8907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Customer care and Support center Welcomes the subscriber</a:t>
            </a:r>
            <a:endParaRPr/>
          </a:p>
        </p:txBody>
      </p:sp>
      <p:pic>
        <p:nvPicPr>
          <p:cNvPr id="123" name="Google Shape;123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3367" y="1990381"/>
            <a:ext cx="5943600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>
            <p:ph idx="4294967295" type="title"/>
          </p:nvPr>
        </p:nvSpPr>
        <p:spPr>
          <a:xfrm>
            <a:off x="1028700" y="2413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Concerned trainer’s work to rule</a:t>
            </a:r>
            <a:endParaRPr/>
          </a:p>
        </p:txBody>
      </p:sp>
      <p:pic>
        <p:nvPicPr>
          <p:cNvPr id="129" name="Google Shape;12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0328" y="1316056"/>
            <a:ext cx="5362197" cy="5399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idx="4294967295" type="title"/>
          </p:nvPr>
        </p:nvSpPr>
        <p:spPr>
          <a:xfrm>
            <a:off x="56100" y="39300"/>
            <a:ext cx="12075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Respective trainers providing session to subscribers</a:t>
            </a:r>
            <a:endParaRPr/>
          </a:p>
        </p:txBody>
      </p:sp>
      <p:pic>
        <p:nvPicPr>
          <p:cNvPr id="135" name="Google Shape;1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423" y="1364860"/>
            <a:ext cx="6329257" cy="4915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323" y="1931193"/>
            <a:ext cx="3631407" cy="3631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/>
          <p:nvPr>
            <p:ph type="title"/>
          </p:nvPr>
        </p:nvSpPr>
        <p:spPr>
          <a:xfrm>
            <a:off x="126225" y="-168275"/>
            <a:ext cx="120051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sz="3900"/>
              <a:t>In house Training for Staffs and Trainers to achieve goal</a:t>
            </a:r>
            <a:endParaRPr sz="3900"/>
          </a:p>
        </p:txBody>
      </p:sp>
      <p:pic>
        <p:nvPicPr>
          <p:cNvPr id="142" name="Google Shape;142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7232" y="1375074"/>
            <a:ext cx="6417536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>
            <p:ph type="title"/>
          </p:nvPr>
        </p:nvSpPr>
        <p:spPr>
          <a:xfrm>
            <a:off x="800100" y="26511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Business Achievement Meet </a:t>
            </a:r>
            <a:endParaRPr/>
          </a:p>
        </p:txBody>
      </p:sp>
      <p:pic>
        <p:nvPicPr>
          <p:cNvPr id="148" name="Google Shape;148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1057" y="1392267"/>
            <a:ext cx="6430991" cy="4674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>
            <p:ph type="title"/>
          </p:nvPr>
        </p:nvSpPr>
        <p:spPr>
          <a:xfrm>
            <a:off x="734683" y="15809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Branding &amp; Marketing</a:t>
            </a:r>
            <a:endParaRPr/>
          </a:p>
        </p:txBody>
      </p:sp>
      <p:pic>
        <p:nvPicPr>
          <p:cNvPr id="154" name="Google Shape;1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233" y="2589331"/>
            <a:ext cx="3404532" cy="3644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1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701" y="1557775"/>
            <a:ext cx="6792532" cy="4937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type="title"/>
          </p:nvPr>
        </p:nvSpPr>
        <p:spPr>
          <a:xfrm>
            <a:off x="588034" y="-47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Market Research</a:t>
            </a:r>
            <a:endParaRPr/>
          </a:p>
        </p:txBody>
      </p:sp>
      <p:pic>
        <p:nvPicPr>
          <p:cNvPr id="161" name="Google Shape;161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6825" y="1625747"/>
            <a:ext cx="3975025" cy="5458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0189" y="3646353"/>
            <a:ext cx="2700242" cy="2673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>
            <p:ph type="title"/>
          </p:nvPr>
        </p:nvSpPr>
        <p:spPr>
          <a:xfrm>
            <a:off x="838200" y="1149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Applying 6 Sigma</a:t>
            </a:r>
            <a:endParaRPr/>
          </a:p>
        </p:txBody>
      </p:sp>
      <p:pic>
        <p:nvPicPr>
          <p:cNvPr id="168" name="Google Shape;168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141" y="1250623"/>
            <a:ext cx="6905174" cy="5181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3942" y="1937925"/>
            <a:ext cx="3278395" cy="3807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 txBox="1"/>
          <p:nvPr>
            <p:ph type="title"/>
          </p:nvPr>
        </p:nvSpPr>
        <p:spPr>
          <a:xfrm>
            <a:off x="838200" y="1483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Data storage, security and recovery</a:t>
            </a:r>
            <a:endParaRPr/>
          </a:p>
        </p:txBody>
      </p:sp>
      <p:pic>
        <p:nvPicPr>
          <p:cNvPr id="175" name="Google Shape;175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021" y="1425058"/>
            <a:ext cx="6369697" cy="4459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6818" y="2067418"/>
            <a:ext cx="3585715" cy="3585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10091" y="1705731"/>
            <a:ext cx="4353102" cy="4179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"/>
          <p:cNvSpPr txBox="1"/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Board Meeting &amp; Decision making</a:t>
            </a:r>
            <a:endParaRPr/>
          </a:p>
        </p:txBody>
      </p:sp>
      <p:pic>
        <p:nvPicPr>
          <p:cNvPr id="183" name="Google Shape;183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1632" y="771450"/>
            <a:ext cx="5768735" cy="5255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 txBox="1"/>
          <p:nvPr>
            <p:ph idx="4294967295" type="title"/>
          </p:nvPr>
        </p:nvSpPr>
        <p:spPr>
          <a:xfrm>
            <a:off x="609600" y="23939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lgerian"/>
              <a:buNone/>
            </a:pPr>
            <a:r>
              <a:rPr lang="en-US">
                <a:latin typeface="Algerian"/>
                <a:ea typeface="Algerian"/>
                <a:cs typeface="Algerian"/>
                <a:sym typeface="Algerian"/>
              </a:rPr>
              <a:t>DETAILED WORKFLOW CHART</a:t>
            </a:r>
            <a:endParaRPr>
              <a:latin typeface="Algerian"/>
              <a:ea typeface="Algerian"/>
              <a:cs typeface="Algerian"/>
              <a:sym typeface="Algeri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g2ef8b1f6db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7900" y="152400"/>
            <a:ext cx="7536180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2020-08-18T05:27:10Z</dcterms:created>
  <dc:creator>My PC</dc:creator>
</cp:coreProperties>
</file>